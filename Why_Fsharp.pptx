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F# is better than C#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0"/>
            <a:ext cx="73152" cy="10972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926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Abstractions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Semantics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Defaults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Aly-Bocar CISSE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"Point of view is worth 80 IQ points"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Kay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F#?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purpose language on .NET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by Don Syme,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Microsoft Research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F#?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Strongly, statically typed, open sourced and cross platform language with deep inference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appeared in 2005 (older than: Go, Rust, Kotlin, TypeScript...)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Heavily influenced by OCaml, Haskell &amp; C#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Multi-paradigm language: functional (by default), imperative and object-oriented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supported by .NET. Compiles to JavaScript, TypeScript, Python, Rust...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F# in the Real World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Finance &amp; Trading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Suisse, G-Research, Millenium, Jet.com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Tech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Microsoft, Walmart Labs, Trainline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Energy &amp; Industrial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Tachyus (Oil &amp; Gas), GreenPowerMonitor, AutoStore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Healthcare &amp; Biotech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Amyris, LetsGetChecked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correctness matters, F# delivers.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Indisputable Fact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keeps borrowing from F#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inference (F# 2005 → C# var* 2007)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workflows (F# 2007 → C# async/await 2012)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Tuples (F# 2005 → C# 2017)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Init-only properties (F# 2005 → C# 2020)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expressions (F# 2005 → C# 2023)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IAsyncEnumerable (F# 2007 → C# 2019)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...and so 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else is F# right about?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Better Abstractions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Discriminated Unions vs Class Hierarchies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structure, less boilerplate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Compiler-guaranteed exhaustiveness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cases caught at compile time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paradigm, not inheritance + interfaces + sealed + switch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Discriminated Unions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C#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{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value) =&gt; Value = value;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REAL OO way? 1 visitor interface + 1 abstract class + 1 class per case + 1 handler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(cmd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"Starting..."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(cmd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"Stopping..."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(cmd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 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sv)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$"Set {sv.Value}"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new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InvalidOperationException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Discriminated Unions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C#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record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Value) :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cmd) =&gt; cmd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"Starting..."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"Stopping..."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 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 =&gt;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$"Set {sv.Value}"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 =&gt;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new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InvalidOperationException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=&gt; throw required. No compile-time exhaustiveness.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Discriminated Unions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F#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560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</a:t>
            </a:r>
            <a:pPr indent="0" marL="0"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</a:t>
            </a:r>
            <a:pPr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</a:t>
            </a:r>
            <a:pPr indent="0" marL="0"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</a:t>
            </a:r>
            <a:pPr indent="0" marL="0"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</a:t>
            </a:r>
            <a:pPr indent="0" marL="0"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 </a:t>
            </a:r>
            <a:pPr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</a:t>
            </a:r>
            <a:pPr indent="0" marL="0"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5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 </a:t>
            </a:r>
            <a:pPr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</a:t>
            </a:r>
            <a:pPr indent="0" marL="0"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</a:t>
            </a:r>
            <a:pPr indent="0" marL="0"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"Starting..."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</a:t>
            </a:r>
            <a:pPr indent="0" marL="0"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</a:t>
            </a:r>
            <a:pPr indent="0" marL="0"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"Stopping..."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</a:t>
            </a:r>
            <a:pPr indent="0" marL="0"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 </a:t>
            </a:r>
            <a:pPr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-&gt; sprintf </a:t>
            </a:r>
            <a:pPr indent="0" marL="0"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"Set %d" </a:t>
            </a:r>
            <a:pPr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Exhaustiveness checked at compile time.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 Matching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C#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REAL OO way? 1 visitor interface + 1 abstract class + 1 class per case + 1 handler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(cmd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 cmd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 cmd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"Simple"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(cmd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 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(sv.Value ==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"Reset"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(sv.Value &lt;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"Invalid"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$"Set {sv.Value}"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(cmd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SetRange 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(sr.Min ==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sr.Max ==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"Default"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$"{sr.Min}-{sr.Max}"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new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InvalidOperationException</a:t>
            </a:r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 Matching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C#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cmd) =&gt; cmd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"Simple"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Value: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=&gt;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"Reset"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Value: &lt;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=&gt;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"Invalid"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 =&gt;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$"Set {sv.Value}"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SetRange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Min: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Max: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=&gt;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"Default"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SetRange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Min: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min, Max: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} =&gt;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$"{min}-{max}"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 =&gt;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new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InvalidOperationException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Verbose property patterns: { Min: var min, Max: var max }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 Matching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F#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</a:t>
            </a:r>
            <a:pPr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"Simple"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 </a:t>
            </a:r>
            <a:pPr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</a:t>
            </a:r>
            <a:pPr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"Reset"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</a:t>
            </a:r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&lt; </a:t>
            </a:r>
            <a:pPr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</a:t>
            </a:r>
            <a:pPr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"Invalid"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-&gt; sprintf </a:t>
            </a:r>
            <a:pPr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"Set %d"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SetRange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</a:t>
            </a:r>
            <a:pPr indent="0" marL="0"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SetRange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(min, max) -&gt; sprintf </a:t>
            </a:r>
            <a:pPr indent="0" marL="0"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"%d-%d"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max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lines. Or patterns, guards, constants, tuple deconstruction.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Better Semantics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51760" cy="2011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Immutable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default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when you need mutation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651760" cy="2011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Expression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returns a value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651760" cy="2011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nulls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2648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day one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retrofitted annotations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exists because OO by itself does not compose well. FP does.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Immutability &amp; Expressions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C#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GetDiscount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= TryFindCustomer(customerId);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(customer?.IsActive !=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customer.Tier = ApplyPromotion(customer.Tier); </a:t>
            </a:r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mutates original!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TierToDiscount(customer.Tier);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ceremony + silent mutation = bugs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Immutability &amp; Expressions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F#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getDiscount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 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customerId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|&gt;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tryFindCustomer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|&gt;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Option.filter isActive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|&gt;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Option.map applyPromotion   </a:t>
            </a:r>
            <a:pPr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returns NEW customer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|&gt;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Option.map tierToDiscount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|&gt; </a:t>
            </a:r>
            <a:pPr indent="0" marL="0">
              <a:buNone/>
            </a:pPr>
            <a:r>
              <a:rPr lang="en-US" sz="14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Option.defaultValue </a:t>
            </a:r>
            <a:pPr indent="0" marL="0">
              <a:buNone/>
            </a:pPr>
            <a:r>
              <a:rPr lang="en-US" sz="14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Immutable. Expression-based. No null checks. Just flow.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 Operator &amp; Composition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C#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pipe - nested calls or temp variables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)Math.Round(Math.Sqrt((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Temp variable chain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 = Parse(data);       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 -&gt; 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validated = Validate(parsed);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 -&gt; 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transformed = Transform(validated);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 -&gt; Invoice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Save(transformed); 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Invoice -&gt; Result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Composition? Build it yourself.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processOrder = order =&gt;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FormatInvoice(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CalculateTax(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"FR"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ApplyDiscount(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ValidateOrder(order))));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 Operator &amp; Composition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F#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Pipe works on anything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|&gt;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|&gt;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|&gt;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|&gt;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 -&gt; float -&gt; float -&gt; float -&gt; int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 transformation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|&gt;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       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 -&gt; Order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|&gt;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   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 -&gt; Order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|&gt;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   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 -&gt; Invoice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|&gt;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       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Invoice -&gt; Result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Composition + partial application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processOrder =      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 -&gt; Invoice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validateOrder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&gt;&gt;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applyDiscount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partially applied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&gt;&gt;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calculateTax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"FR"  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partially applied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&gt;&gt; </a:t>
            </a:r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formatInvoice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Better Defaults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C# best practice guide is describing F#.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C#: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"Prefer immutability"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F#: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is immutable by default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C#: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"Avoid null, use nullable reference types"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F#: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Option&lt;T&gt; since 2005. No null.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C#: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"Favor composition over inheritance"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F#: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+ pipes. No classes needed.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C#: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977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pure functions, avoid side effects"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F#: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343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by default. Side effects are explicit.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C#, you learn what NOT to do. In F#, you just write code.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Ecosystem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all .NET.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difference is the code you write.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0" y="37490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NuGet packages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runtime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deployment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C# interop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F#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better language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0A0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C#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choice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0" y="2926080"/>
            <a:ext cx="3657600" cy="0"/>
          </a:xfrm>
          <a:prstGeom prst="line">
            <a:avLst/>
          </a:prstGeom>
          <a:noFill/>
          <a:ln w="25400">
            <a:solidFill>
              <a:srgbClr val="16213E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debate.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F# is better than C#</dc:title>
  <dc:subject>PptxGenJS Presentation</dc:subject>
  <dc:creator>Aly-Bocar CISSE</dc:creator>
  <cp:lastModifiedBy>Aly-Bocar CISSE</cp:lastModifiedBy>
  <cp:revision>1</cp:revision>
  <dcterms:created xsi:type="dcterms:W3CDTF">2026-04-12T19:17:48Z</dcterms:created>
  <dcterms:modified xsi:type="dcterms:W3CDTF">2026-04-12T19:17:48Z</dcterms:modified>
</cp:coreProperties>
</file>