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Want to code?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F# Workshop!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2743200" y="2834640"/>
            <a:ext cx="3657600" cy="18288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code something simple in a realistic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 software architecture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2560320" cy="256032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0" y="10972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implement a simple use case of a Time Tracker API in F# of course.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aim here: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74720" y="23774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 show a software architecture which takes full advantage of the functional paradigm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 show what it's like to write F# code in a real life (like) scenario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 show how to work alongside C#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2560320" cy="256032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0" y="9144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using here Functional Core/Imperative Shell pattern (or architecture)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Core is where the business logic (domain) resides. It must be: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21031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free of side effects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fully synchronous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29260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Imperative Shell is where use cases are implemented using functions from the Core. It's also where side effects are handled.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 Core / Imperative Shell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0" y="822960"/>
            <a:ext cx="5120640" cy="384048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371600"/>
            <a:ext cx="3657600" cy="2743200"/>
          </a:xfrm>
          <a:prstGeom prst="ellipse">
            <a:avLst/>
          </a:prstGeom>
          <a:solidFill>
            <a:srgbClr val="4A90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Functions, Immutable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914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097280" cy="274320"/>
          </a:xfrm>
          <a:prstGeom prst="rightArrow">
            <a:avLst/>
          </a:prstGeom>
          <a:solidFill>
            <a:srgbClr val="6A9955"/>
          </a:solidFill>
          <a:ln w="12700">
            <a:solidFill>
              <a:srgbClr val="6A99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28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blog post by Mario Bittencourt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do this!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F# Workshop</dc:title>
  <dc:subject>PptxGenJS Presentation</dc:subject>
  <dc:creator>Aly-Bocar CISSE</dc:creator>
  <cp:lastModifiedBy>Aly-Bocar CISSE</cp:lastModifiedBy>
  <cp:revision>1</cp:revision>
  <dcterms:created xsi:type="dcterms:W3CDTF">2026-04-14T11:25:12Z</dcterms:created>
  <dcterms:modified xsi:type="dcterms:W3CDTF">2026-04-14T11:25:12Z</dcterms:modified>
</cp:coreProperties>
</file>